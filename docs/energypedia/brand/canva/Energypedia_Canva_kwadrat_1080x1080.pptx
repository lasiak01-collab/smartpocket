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Zdjęcie bez tekstu ze znakiem krawędzi.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Kwadrat z panelem: LinkedIn, Facebook.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91897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95326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98755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57607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61036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64465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6" name="Nadtytuł"/>
          <p:cNvSpPr txBox="1"/>
          <p:nvPr/>
        </p:nvSpPr>
        <p:spPr>
          <a:xfrm>
            <a:off x="609600" y="7239000"/>
            <a:ext cx="9067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RELACJA · [WYDARZENIE]</a:t>
            </a:r>
            <a:endParaRPr lang="en-US" sz="1500" dirty="0"/>
          </a:p>
        </p:txBody>
      </p:sp>
      <p:sp>
        <p:nvSpPr>
          <p:cNvPr id="7" name="Tytuł"/>
          <p:cNvSpPr txBox="1"/>
          <p:nvPr/>
        </p:nvSpPr>
        <p:spPr>
          <a:xfrm>
            <a:off x="609600" y="7658100"/>
            <a:ext cx="90678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[Teza z wydarzenia — do 60 znaków]</a:t>
            </a:r>
            <a:endParaRPr lang="en-US" sz="3450" dirty="0"/>
          </a:p>
        </p:txBody>
      </p:sp>
      <p:sp>
        <p:nvSpPr>
          <p:cNvPr id="8" name="Podpis zdjęcia"/>
          <p:cNvSpPr txBox="1"/>
          <p:nvPr/>
        </p:nvSpPr>
        <p:spPr>
          <a:xfrm>
            <a:off x="609600" y="96202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[data] · Fot. [Imię Nazwisko]</a:t>
            </a:r>
            <a:endParaRPr lang="en-US" sz="1500" dirty="0"/>
          </a:p>
        </p:txBody>
      </p:sp>
      <p:sp>
        <p:nvSpPr>
          <p:cNvPr id="9" name="Adres"/>
          <p:cNvSpPr txBox="1"/>
          <p:nvPr/>
        </p:nvSpPr>
        <p:spPr>
          <a:xfrm>
            <a:off x="6705600" y="96202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energypedia.pl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Energypedia – szablony postów 1080×1080</dc:title>
  <dc:subject>PptxGenJS Presentation</dc:subject>
  <dc:creator>PptxGenJS</dc:creator>
  <cp:lastModifiedBy>PptxGenJS</cp:lastModifiedBy>
  <cp:revision>1</cp:revision>
  <dcterms:created xsi:type="dcterms:W3CDTF">2026-10-21T21:02:38Z</dcterms:created>
  <dcterms:modified xsi:type="dcterms:W3CDTF">2026-10-21T21:02:38Z</dcterms:modified>
</cp:coreProperties>
</file>