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Zdjęcie bez tekstu ze znakiem krawędzi.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Kwadrat z panelem: LinkedIn, Facebook.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– przeciągnij tu swoje" descr="Zdjęcie do podmi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sp>
        <p:nvSpPr>
          <p:cNvPr id="3" name="Znak krawędzi – górny"/>
          <p:cNvSpPr/>
          <p:nvPr/>
        </p:nvSpPr>
        <p:spPr>
          <a:xfrm>
            <a:off x="-76200" y="9189720"/>
            <a:ext cx="99060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4" name="Znak krawędzi – środkowy (zawsze zielony)"/>
          <p:cNvSpPr/>
          <p:nvPr/>
        </p:nvSpPr>
        <p:spPr>
          <a:xfrm>
            <a:off x="102870" y="9532620"/>
            <a:ext cx="502920" cy="2286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5" name="Znak krawędzi – dolny"/>
          <p:cNvSpPr/>
          <p:nvPr/>
        </p:nvSpPr>
        <p:spPr>
          <a:xfrm>
            <a:off x="-76200" y="9875520"/>
            <a:ext cx="83058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– przeciągnij tu swoje" descr="Zdjęcie do podmi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6858000"/>
          </a:xfrm>
          <a:prstGeom prst="rect">
            <a:avLst/>
          </a:prstGeom>
        </p:spPr>
      </p:pic>
      <p:sp>
        <p:nvSpPr>
          <p:cNvPr id="3" name="Znak krawędzi – górny"/>
          <p:cNvSpPr/>
          <p:nvPr/>
        </p:nvSpPr>
        <p:spPr>
          <a:xfrm>
            <a:off x="-76200" y="5760720"/>
            <a:ext cx="99060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4" name="Znak krawędzi – środkowy (zawsze zielony)"/>
          <p:cNvSpPr/>
          <p:nvPr/>
        </p:nvSpPr>
        <p:spPr>
          <a:xfrm>
            <a:off x="102870" y="6103620"/>
            <a:ext cx="502920" cy="2286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5" name="Znak krawędzi – dolny"/>
          <p:cNvSpPr/>
          <p:nvPr/>
        </p:nvSpPr>
        <p:spPr>
          <a:xfrm>
            <a:off x="-76200" y="6446520"/>
            <a:ext cx="83058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6" name="Nadtytuł"/>
          <p:cNvSpPr txBox="1"/>
          <p:nvPr/>
        </p:nvSpPr>
        <p:spPr>
          <a:xfrm>
            <a:off x="609600" y="7239000"/>
            <a:ext cx="9067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40" kern="0" dirty="0">
                <a:solidFill>
                  <a:srgbClr val="00C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RELACJA · [WYDARZENIE]</a:t>
            </a:r>
            <a:endParaRPr lang="en-US" sz="1500" dirty="0"/>
          </a:p>
        </p:txBody>
      </p:sp>
      <p:sp>
        <p:nvSpPr>
          <p:cNvPr id="7" name="Tytuł"/>
          <p:cNvSpPr txBox="1"/>
          <p:nvPr/>
        </p:nvSpPr>
        <p:spPr>
          <a:xfrm>
            <a:off x="609600" y="7658100"/>
            <a:ext cx="90678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[Teza z wydarzenia – do 60 znaków]</a:t>
            </a:r>
            <a:endParaRPr lang="en-US" sz="3450" dirty="0"/>
          </a:p>
        </p:txBody>
      </p:sp>
      <p:sp>
        <p:nvSpPr>
          <p:cNvPr id="8" name="Podpis zdjęcia"/>
          <p:cNvSpPr txBox="1"/>
          <p:nvPr/>
        </p:nvSpPr>
        <p:spPr>
          <a:xfrm>
            <a:off x="609600" y="96202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[data] · Fot. [Imię Nazwisko]</a:t>
            </a:r>
            <a:endParaRPr lang="en-US" sz="1500" dirty="0"/>
          </a:p>
        </p:txBody>
      </p:sp>
      <p:sp>
        <p:nvSpPr>
          <p:cNvPr id="9" name="Adres"/>
          <p:cNvSpPr txBox="1"/>
          <p:nvPr/>
        </p:nvSpPr>
        <p:spPr>
          <a:xfrm>
            <a:off x="6705600" y="9620250"/>
            <a:ext cx="2971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energypedia.pl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Energypedia – szablony postów 1080×1080</dc:title>
  <dc:subject>PptxGenJS Presentation</dc:subject>
  <dc:creator>PptxGenJS</dc:creator>
  <cp:lastModifiedBy>PptxGenJS</cp:lastModifiedBy>
  <cp:revision>1</cp:revision>
  <dcterms:created xsi:type="dcterms:W3CDTF">2026-10-21T21:33:39Z</dcterms:created>
  <dcterms:modified xsi:type="dcterms:W3CDTF">2026-10-21T21:33:39Z</dcterms:modified>
</cp:coreProperties>
</file>