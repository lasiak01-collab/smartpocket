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Okładka karuzeli lub wpisu. Jasny dół zdjęcia → słupki granatowe. Nadtytuł: RELACJA / WPIS / WYWIAD / NA ŻYWO.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sam układ dla zdjęcia z ciemnym dołem kadru → słupki białe.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Kolejne slajdy karuzeli: samo zdjęcie i znak krawędzi, bez tekstu. Na ciemnym dole kadru zmień kolor górnego i dolnego słupka na biały.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Cytat eksperta. Zgoda na wizerunek i licencja zdjęcia przed publikacją.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857250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747522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781812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816102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6" name="Nadtytuł"/>
          <p:cNvSpPr txBox="1"/>
          <p:nvPr/>
        </p:nvSpPr>
        <p:spPr>
          <a:xfrm>
            <a:off x="609600" y="9029700"/>
            <a:ext cx="9067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RELACJA · [WYDARZENIE, MIASTO]</a:t>
            </a:r>
            <a:endParaRPr lang="en-US" sz="1500" dirty="0"/>
          </a:p>
        </p:txBody>
      </p:sp>
      <p:sp>
        <p:nvSpPr>
          <p:cNvPr id="7" name="Tytuł"/>
          <p:cNvSpPr txBox="1"/>
          <p:nvPr/>
        </p:nvSpPr>
        <p:spPr>
          <a:xfrm>
            <a:off x="609600" y="9448800"/>
            <a:ext cx="9067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[Najważniejsza teza z wydarzenia — do 70 znaków]</a:t>
            </a:r>
            <a:endParaRPr lang="en-US" sz="3750" dirty="0"/>
          </a:p>
        </p:txBody>
      </p:sp>
      <p:sp>
        <p:nvSpPr>
          <p:cNvPr id="8" name="Podpis zdjęcia"/>
          <p:cNvSpPr txBox="1"/>
          <p:nvPr/>
        </p:nvSpPr>
        <p:spPr>
          <a:xfrm>
            <a:off x="609600" y="120967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[data] · Fot. [Imię Nazwisko]</a:t>
            </a:r>
            <a:endParaRPr lang="en-US" sz="1500" dirty="0"/>
          </a:p>
        </p:txBody>
      </p:sp>
      <p:sp>
        <p:nvSpPr>
          <p:cNvPr id="9" name="Adres i licznik"/>
          <p:cNvSpPr txBox="1"/>
          <p:nvPr/>
        </p:nvSpPr>
        <p:spPr>
          <a:xfrm>
            <a:off x="6705600" y="120967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energypedia.pl   1/8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857250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747522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781812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816102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</p:sp>
      <p:sp>
        <p:nvSpPr>
          <p:cNvPr id="6" name="Nadtytuł"/>
          <p:cNvSpPr txBox="1"/>
          <p:nvPr/>
        </p:nvSpPr>
        <p:spPr>
          <a:xfrm>
            <a:off x="609600" y="9029700"/>
            <a:ext cx="9067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WPIS · [DZIAŁ]</a:t>
            </a:r>
            <a:endParaRPr lang="en-US" sz="1500" dirty="0"/>
          </a:p>
        </p:txBody>
      </p:sp>
      <p:sp>
        <p:nvSpPr>
          <p:cNvPr id="7" name="Tytuł"/>
          <p:cNvSpPr txBox="1"/>
          <p:nvPr/>
        </p:nvSpPr>
        <p:spPr>
          <a:xfrm>
            <a:off x="609600" y="9448800"/>
            <a:ext cx="90678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[Tytuł wpisu — do 70 znaków]</a:t>
            </a:r>
            <a:endParaRPr lang="en-US" sz="3750" dirty="0"/>
          </a:p>
        </p:txBody>
      </p:sp>
      <p:sp>
        <p:nvSpPr>
          <p:cNvPr id="8" name="Podpis zdjęcia"/>
          <p:cNvSpPr txBox="1"/>
          <p:nvPr/>
        </p:nvSpPr>
        <p:spPr>
          <a:xfrm>
            <a:off x="609600" y="12096750"/>
            <a:ext cx="6096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[data] · Fot. [Imię Nazwisko]</a:t>
            </a:r>
            <a:endParaRPr lang="en-US" sz="1500" dirty="0"/>
          </a:p>
        </p:txBody>
      </p:sp>
      <p:sp>
        <p:nvSpPr>
          <p:cNvPr id="9" name="Adres i licznik"/>
          <p:cNvSpPr txBox="1"/>
          <p:nvPr/>
        </p:nvSpPr>
        <p:spPr>
          <a:xfrm>
            <a:off x="6705600" y="120967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energypedia.pl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1176147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1210437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1244727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djęcie – przeciągnij tu swoje" descr="Zdjęcie do podmia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7239000"/>
          </a:xfrm>
          <a:prstGeom prst="rect">
            <a:avLst/>
          </a:prstGeom>
        </p:spPr>
      </p:pic>
      <p:sp>
        <p:nvSpPr>
          <p:cNvPr id="3" name="Znak krawędzi – górny"/>
          <p:cNvSpPr/>
          <p:nvPr/>
        </p:nvSpPr>
        <p:spPr>
          <a:xfrm>
            <a:off x="-76200" y="6141720"/>
            <a:ext cx="99060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4" name="Znak krawędzi – środkowy (zawsze zielony)"/>
          <p:cNvSpPr/>
          <p:nvPr/>
        </p:nvSpPr>
        <p:spPr>
          <a:xfrm>
            <a:off x="102870" y="6484620"/>
            <a:ext cx="502920" cy="2286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5" name="Znak krawędzi – dolny"/>
          <p:cNvSpPr/>
          <p:nvPr/>
        </p:nvSpPr>
        <p:spPr>
          <a:xfrm>
            <a:off x="-76200" y="6827520"/>
            <a:ext cx="830580" cy="228600"/>
          </a:xfrm>
          <a:prstGeom prst="roundRect">
            <a:avLst>
              <a:gd name="adj" fmla="val 33333"/>
            </a:avLst>
          </a:prstGeom>
          <a:solidFill>
            <a:srgbClr val="0B1B33"/>
          </a:solidFill>
          <a:ln/>
        </p:spPr>
      </p:sp>
      <p:sp>
        <p:nvSpPr>
          <p:cNvPr id="6" name="Nadtytuł"/>
          <p:cNvSpPr txBox="1"/>
          <p:nvPr/>
        </p:nvSpPr>
        <p:spPr>
          <a:xfrm>
            <a:off x="609600" y="7696200"/>
            <a:ext cx="9067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40" kern="0" dirty="0">
                <a:solidFill>
                  <a:srgbClr val="00C2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WYWIAD</a:t>
            </a:r>
            <a:endParaRPr lang="en-US" sz="1500" dirty="0"/>
          </a:p>
        </p:txBody>
      </p:sp>
      <p:sp>
        <p:nvSpPr>
          <p:cNvPr id="7" name="Cytat"/>
          <p:cNvSpPr txBox="1"/>
          <p:nvPr/>
        </p:nvSpPr>
        <p:spPr>
          <a:xfrm>
            <a:off x="609600" y="8115300"/>
            <a:ext cx="90678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„[Najmocniejsze zdanie z rozmowy — do 90 znaków]”</a:t>
            </a:r>
            <a:endParaRPr lang="en-US" sz="4200" dirty="0"/>
          </a:p>
        </p:txBody>
      </p:sp>
      <p:sp>
        <p:nvSpPr>
          <p:cNvPr id="8" name="Słupek przy podpisie"/>
          <p:cNvSpPr/>
          <p:nvPr/>
        </p:nvSpPr>
        <p:spPr>
          <a:xfrm>
            <a:off x="609600" y="11334750"/>
            <a:ext cx="685800" cy="114300"/>
          </a:xfrm>
          <a:prstGeom prst="roundRect">
            <a:avLst>
              <a:gd name="adj" fmla="val 33333"/>
            </a:avLst>
          </a:prstGeom>
          <a:solidFill>
            <a:srgbClr val="00C2A8"/>
          </a:solidFill>
          <a:ln/>
        </p:spPr>
      </p:sp>
      <p:sp>
        <p:nvSpPr>
          <p:cNvPr id="9" name="Osoba"/>
          <p:cNvSpPr txBox="1"/>
          <p:nvPr/>
        </p:nvSpPr>
        <p:spPr>
          <a:xfrm>
            <a:off x="609600" y="11620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[Imię Nazwisko]</a:t>
            </a:r>
            <a:endParaRPr lang="en-US" sz="1950" dirty="0"/>
          </a:p>
        </p:txBody>
      </p:sp>
      <p:sp>
        <p:nvSpPr>
          <p:cNvPr id="10" name="Funkcja"/>
          <p:cNvSpPr txBox="1"/>
          <p:nvPr/>
        </p:nvSpPr>
        <p:spPr>
          <a:xfrm>
            <a:off x="609600" y="119824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4E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[funkcja, instytucja]</a:t>
            </a:r>
            <a:endParaRPr lang="en-US" sz="1500" dirty="0"/>
          </a:p>
        </p:txBody>
      </p:sp>
      <p:sp>
        <p:nvSpPr>
          <p:cNvPr id="11" name="Adres"/>
          <p:cNvSpPr txBox="1"/>
          <p:nvPr/>
        </p:nvSpPr>
        <p:spPr>
          <a:xfrm>
            <a:off x="6705600" y="11982450"/>
            <a:ext cx="2971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energypedia.pl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Energypedia – szablony postów 1080×1350</dc:title>
  <dc:subject>PptxGenJS Presentation</dc:subject>
  <dc:creator>PptxGenJS</dc:creator>
  <cp:lastModifiedBy>PptxGenJS</cp:lastModifiedBy>
  <cp:revision>1</cp:revision>
  <dcterms:created xsi:type="dcterms:W3CDTF">2026-10-21T21:02:37Z</dcterms:created>
  <dcterms:modified xsi:type="dcterms:W3CDTF">2026-10-21T21:02:37Z</dcterms:modified>
</cp:coreProperties>
</file>