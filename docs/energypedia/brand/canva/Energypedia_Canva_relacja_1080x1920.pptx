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Relacja na żywo. Górne i dolne 250 px zasłania interfejs aplikacji – nic ważnego tam nie umieszczaj.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Wariant dla zdjęcia z ciemnym dołem kadru → słupki białe. Usuń kropkę „na żywo”, gdy to relacja po wydarzeniu.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djęcie – przeciągnij tu swoje" descr="Zdjęcie do podmi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954000"/>
          </a:xfrm>
          <a:prstGeom prst="rect">
            <a:avLst/>
          </a:prstGeom>
        </p:spPr>
      </p:pic>
      <p:sp>
        <p:nvSpPr>
          <p:cNvPr id="3" name="Znak krawędzi – górny"/>
          <p:cNvSpPr/>
          <p:nvPr/>
        </p:nvSpPr>
        <p:spPr>
          <a:xfrm>
            <a:off x="-76200" y="11856720"/>
            <a:ext cx="99060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  <p:sp>
        <p:nvSpPr>
          <p:cNvPr id="4" name="Znak krawędzi – środkowy (zawsze zielony)"/>
          <p:cNvSpPr/>
          <p:nvPr/>
        </p:nvSpPr>
        <p:spPr>
          <a:xfrm>
            <a:off x="102870" y="12199620"/>
            <a:ext cx="502920" cy="228600"/>
          </a:xfrm>
          <a:prstGeom prst="roundRect">
            <a:avLst>
              <a:gd name="adj" fmla="val 33333"/>
            </a:avLst>
          </a:prstGeom>
          <a:solidFill>
            <a:srgbClr val="00C2A8"/>
          </a:solidFill>
          <a:ln/>
        </p:spPr>
      </p:sp>
      <p:sp>
        <p:nvSpPr>
          <p:cNvPr id="5" name="Znak krawędzi – dolny"/>
          <p:cNvSpPr/>
          <p:nvPr/>
        </p:nvSpPr>
        <p:spPr>
          <a:xfrm>
            <a:off x="-76200" y="12542520"/>
            <a:ext cx="83058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  <p:sp>
        <p:nvSpPr>
          <p:cNvPr id="6" name="Kropka na żywo"/>
          <p:cNvSpPr/>
          <p:nvPr/>
        </p:nvSpPr>
        <p:spPr>
          <a:xfrm>
            <a:off x="685800" y="13563600"/>
            <a:ext cx="171450" cy="17145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Nadtytuł"/>
          <p:cNvSpPr txBox="1"/>
          <p:nvPr/>
        </p:nvSpPr>
        <p:spPr>
          <a:xfrm>
            <a:off x="1009650" y="1350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40" kern="0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ŻYWO · [WYDARZENIE]</a:t>
            </a:r>
            <a:endParaRPr lang="en-US" sz="1800" dirty="0"/>
          </a:p>
        </p:txBody>
      </p:sp>
      <p:sp>
        <p:nvSpPr>
          <p:cNvPr id="8" name="Tytuł"/>
          <p:cNvSpPr txBox="1"/>
          <p:nvPr/>
        </p:nvSpPr>
        <p:spPr>
          <a:xfrm>
            <a:off x="685800" y="14001750"/>
            <a:ext cx="89154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[Jedno zdanie: co właśnie się wydarzyło]</a:t>
            </a:r>
            <a:endParaRPr lang="en-US" sz="4200" dirty="0"/>
          </a:p>
        </p:txBody>
      </p:sp>
      <p:sp>
        <p:nvSpPr>
          <p:cNvPr id="9" name="Godzina i adres"/>
          <p:cNvSpPr txBox="1"/>
          <p:nvPr/>
        </p:nvSpPr>
        <p:spPr>
          <a:xfrm>
            <a:off x="685800" y="15468600"/>
            <a:ext cx="891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[godzina] · energypedia.pl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djęcie – przeciągnij tu swoje" descr="Zdjęcie do podmi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954000"/>
          </a:xfrm>
          <a:prstGeom prst="rect">
            <a:avLst/>
          </a:prstGeom>
        </p:spPr>
      </p:pic>
      <p:sp>
        <p:nvSpPr>
          <p:cNvPr id="3" name="Znak krawędzi – górny"/>
          <p:cNvSpPr/>
          <p:nvPr/>
        </p:nvSpPr>
        <p:spPr>
          <a:xfrm>
            <a:off x="-76200" y="11856720"/>
            <a:ext cx="9906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</p:sp>
      <p:sp>
        <p:nvSpPr>
          <p:cNvPr id="4" name="Znak krawędzi – środkowy (zawsze zielony)"/>
          <p:cNvSpPr/>
          <p:nvPr/>
        </p:nvSpPr>
        <p:spPr>
          <a:xfrm>
            <a:off x="102870" y="12199620"/>
            <a:ext cx="502920" cy="228600"/>
          </a:xfrm>
          <a:prstGeom prst="roundRect">
            <a:avLst>
              <a:gd name="adj" fmla="val 33333"/>
            </a:avLst>
          </a:prstGeom>
          <a:solidFill>
            <a:srgbClr val="00C2A8"/>
          </a:solidFill>
          <a:ln/>
        </p:spPr>
      </p:sp>
      <p:sp>
        <p:nvSpPr>
          <p:cNvPr id="5" name="Znak krawędzi – dolny"/>
          <p:cNvSpPr/>
          <p:nvPr/>
        </p:nvSpPr>
        <p:spPr>
          <a:xfrm>
            <a:off x="-76200" y="12542520"/>
            <a:ext cx="83058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</p:sp>
      <p:sp>
        <p:nvSpPr>
          <p:cNvPr id="6" name="Kropka na żywo"/>
          <p:cNvSpPr/>
          <p:nvPr/>
        </p:nvSpPr>
        <p:spPr>
          <a:xfrm>
            <a:off x="685800" y="13563600"/>
            <a:ext cx="171450" cy="17145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Nadtytuł"/>
          <p:cNvSpPr txBox="1"/>
          <p:nvPr/>
        </p:nvSpPr>
        <p:spPr>
          <a:xfrm>
            <a:off x="1009650" y="1350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40" kern="0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RELACJA · [WYDARZENIE]</a:t>
            </a:r>
            <a:endParaRPr lang="en-US" sz="1800" dirty="0"/>
          </a:p>
        </p:txBody>
      </p:sp>
      <p:sp>
        <p:nvSpPr>
          <p:cNvPr id="8" name="Tytuł"/>
          <p:cNvSpPr txBox="1"/>
          <p:nvPr/>
        </p:nvSpPr>
        <p:spPr>
          <a:xfrm>
            <a:off x="685800" y="14001750"/>
            <a:ext cx="89154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[Najważniejsza teza z panelu]</a:t>
            </a:r>
            <a:endParaRPr lang="en-US" sz="4200" dirty="0"/>
          </a:p>
        </p:txBody>
      </p:sp>
      <p:sp>
        <p:nvSpPr>
          <p:cNvPr id="9" name="Godzina i adres"/>
          <p:cNvSpPr txBox="1"/>
          <p:nvPr/>
        </p:nvSpPr>
        <p:spPr>
          <a:xfrm>
            <a:off x="685800" y="15468600"/>
            <a:ext cx="891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[data] · Fot. [Imię Nazwisko]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Energypedia – szablony relacji 1080×1920</dc:title>
  <dc:subject>PptxGenJS Presentation</dc:subject>
  <dc:creator>PptxGenJS</dc:creator>
  <cp:lastModifiedBy>PptxGenJS</cp:lastModifiedBy>
  <cp:revision>1</cp:revision>
  <dcterms:created xsi:type="dcterms:W3CDTF">2026-10-21T21:33:39Z</dcterms:created>
  <dcterms:modified xsi:type="dcterms:W3CDTF">2026-10-21T21:33:39Z</dcterms:modified>
</cp:coreProperties>
</file>